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Cross-Border Finance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FinTechathon 2026 · International Track · Topic C</a:t>
            </a:r>
          </a:p>
          <a:p>
            <a:r>
              <a:t>AI as a Financial Participant</a:t>
            </a:r>
          </a:p>
          <a:p>
            <a:r>
              <a:t>Team + Universities</a:t>
            </a:r>
          </a:p>
          <a:p>
            <a:r>
              <a:t>English (official)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Pain (Why C?)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Intl students: 8-12% remittance fees, opaque FX</a:t>
            </a:r>
          </a:p>
          <a:p>
            <a:r>
              <a:t>• Missed tuition deadlines, recurring traps (iCloud x3)</a:t>
            </a:r>
          </a:p>
          <a:p>
            <a:r>
              <a:t>• Zero local credit history, language barriers</a:t>
            </a:r>
          </a:p>
          <a:p>
            <a:r>
              <a:t>• APEC Shenzhen context: cross-border is the theme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Conversational agent: Understand → Plan → Execute</a:t>
            </a:r>
          </a:p>
          <a:p>
            <a:r>
              <a:t>• Budget + anomaly, FX, 3-route remittance quote</a:t>
            </a:r>
          </a:p>
          <a:p>
            <a:r>
              <a:t>• YES-confirm transfers, tuition planner, credit guide</a:t>
            </a:r>
          </a:p>
          <a:p>
            <a:r>
              <a:t>• Trilingual EN/ZH/BN — EN for judges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frontend/index.html → FastAPI app.py</a:t>
            </a:r>
          </a:p>
          <a:p>
            <a:r>
              <a:t>→ agent.py (10 intents) + fx_service.py</a:t>
            </a:r>
          </a:p>
          <a:p>
            <a:r>
              <a:t>→ security.py + store.py (sandbox) + i18n.py</a:t>
            </a:r>
          </a:p>
          <a:p>
            <a:r>
              <a:t>Demo: demo/run_demo.py → execution_logs.jsonl + audit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(2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Budget summary + anomaly flagged</a:t>
            </a:r>
          </a:p>
          <a:p>
            <a:r>
              <a:t>2. 100 USD→CNY + Quote 50000 BDT→CNY (CIPS best)</a:t>
            </a:r>
          </a:p>
          <a:p>
            <a:r>
              <a:t>3. Send→YES→Tx id</a:t>
            </a:r>
          </a:p>
          <a:p>
            <a:r>
              <a:t>Screenshots + http://127.0.0.1:8000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Compliance (30%)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Tiers: ≤1000 direct / 1000+ YES / &gt;20000 block</a:t>
            </a:r>
          </a:p>
          <a:p>
            <a:r>
              <a:t>• 12 injection regexes, PII masking, audit trail</a:t>
            </a:r>
          </a:p>
          <a:p>
            <a:r>
              <a:t>• Demo: 'Ignore previous instructions…' → BLOCKED</a:t>
            </a:r>
          </a:p>
          <a:p>
            <a:r>
              <a:t>• Reproduce: tests_smoke.py + S1/S2 logs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Interaction (30%)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Clarification: missing amount/recipient → ask</a:t>
            </a:r>
          </a:p>
          <a:p>
            <a:r>
              <a:t>• Correction: YES state machine, NO cancels</a:t>
            </a:r>
          </a:p>
          <a:p>
            <a:r>
              <a:t>• Fallback + multilingual BN/ZH demo</a:t>
            </a:r>
          </a:p>
          <a:p>
            <a:r>
              <a:t>• Dialogue efficiency: quote→transfer in 2 turns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Saves ~400 CNY per remittance (CIPS vs SWIFT)</a:t>
            </a:r>
          </a:p>
          <a:p>
            <a:r>
              <a:t>• Prevents over-budget + subscription waste 180 CNY/yr</a:t>
            </a:r>
          </a:p>
          <a:p>
            <a:r>
              <a:t>• Credit path 620→680 in 6 mo</a:t>
            </a:r>
          </a:p>
          <a:p>
            <a:r>
              <a:t>• Real student pain, measurable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Live FX feed + slippage</a:t>
            </a:r>
          </a:p>
          <a:p>
            <a:r>
              <a:t>• e-KYC + sanctions screening</a:t>
            </a:r>
          </a:p>
          <a:p>
            <a:r>
              <a:t>• On-chain RMB settlement (Topic F bridge)</a:t>
            </a:r>
          </a:p>
          <a:p>
            <a:r>
              <a:t>• Bank API integration with WeBank sandbox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+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Repo: github.com/pritomalopa/Smart-Cross-Border-Finance-Assistant</a:t>
            </a:r>
          </a:p>
          <a:p>
            <a:r>
              <a:t>Run: pip install -r requirements.txt; python app.py</a:t>
            </a:r>
          </a:p>
          <a:p>
            <a:r>
              <a:t>Contact + team photo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